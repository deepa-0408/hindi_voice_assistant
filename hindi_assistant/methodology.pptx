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7411-42FA-3197-D911-B520E9018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FE5FE-387B-FAF9-2AD7-247D8B35B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FB48F-BCED-0E3F-3176-1095CB9BC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6D597-14AE-6D06-F678-F492C5FA7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F4076-55B3-CF61-6E46-9DE104199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0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55EC-AE09-5296-BE3D-BA1F62C6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D2AF-7608-E94F-E8D5-55AB32099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1AE79-8898-907B-AD17-C18ECD12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FA0E9-94E8-DACE-7FC0-7E7ADCD2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BF56E-EC96-AA75-FBFB-FE945E410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74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75C5-A16E-B608-ACEC-CCD4562F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F0EDD-9177-7E34-CCEA-0A2AE5F1D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267F2-CD29-782A-93B3-0C42AE8E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6B2B6-F10D-E841-7307-7B9CA559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5BF3A-F8B0-219C-C691-8BDF455F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8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79B0-2FCC-C898-1E7D-727B639D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AEC86-4E87-B15D-0EF6-A8186FA13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110FB-8987-45E3-2D80-4ABDE486B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2E6FB-CC68-C6E1-19EA-A11B0DDB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EDE5E-F9F4-792D-EC7E-A7C00DB9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1EA4F-8A93-938C-8C25-DF47395B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9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56A2-76CE-AAEF-DDB8-79593B6A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4599B-D3C7-2016-BD2C-FF24E92CA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DB93A-9B03-1A38-2116-1AB53016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0AFDD-5AA9-F5E8-E54F-A8ECCB970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9B556-14DE-A748-2511-A081E9A7F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43C0E-A91D-7005-9EEF-F44E77639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04673A-072A-C366-CF26-391A5DC4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CBD2DD-2DE2-F13A-CD40-1EA4625C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9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A3CA9-C3C2-A27B-E730-847B9E70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E8BA05-A86B-5618-EE28-F0B1EA6F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31446-905C-893E-926B-65A36D0C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9DB4B-DC47-E3B8-762C-BF9CAC02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1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83CA4-B6F4-B787-5A35-02CFA5C62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8169B-32EB-43C2-8F14-107B3287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A864D-6EB1-8668-7BC9-A63960A6C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0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57E7-1DAA-5399-3DBC-FA08F932E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1234F-E74E-3022-D354-916792A9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01164-9171-E2D7-1AA0-B60494F60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F3E41-5BEA-D605-C59F-12D7B123D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5A33B-8DB6-7B4F-D3B0-85BEDD9D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AEB09-F2E5-E068-3551-1C4B1793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15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021D-70C0-1D11-7F41-0FB22436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07015-31D9-62D8-3238-CCED13A56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8B87B-826C-141B-7766-9578DD59C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6ABBC-4C49-973C-FB39-E8510DA56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62779-308A-B6DB-4E3C-DE111B3D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8CFD0-E992-5F3B-94F5-CAABBFD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9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D543-BB58-2E59-EF9E-B127E815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354D3-0E7A-59E6-6712-E2C6C60F3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FDE6C-FD2E-DAD7-AFC9-97C6B6BFB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23B77-B4E7-BF09-972F-168A555A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36569-223C-0B49-E85E-2B1D8E66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4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81D2BD-2D8B-EBE1-42BB-CBE123F75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BFFB2-A5B7-026D-CEEC-D6C195C1A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E2D20-73B5-8464-8F40-7005BD81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6A6D0-4423-BDDC-7FD2-A32777BF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1B3AC-BB7B-B986-D728-369CC84C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9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74B3CF-A125-6397-DB5E-A2463265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128A8-B0E2-F766-9935-88FB38495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9B8A4-593A-9D6C-995B-33B228C4F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38330-1000-432D-B508-2FAB2BA08D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57BC8-31ED-01C4-CB6E-189FCBC9A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8FA35-DDD3-6071-BF1C-EA35C0387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793D5-BBEF-40B8-837F-3C0FB5FB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2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F861987-2A24-76EC-1815-BADA380ADB24}"/>
              </a:ext>
            </a:extLst>
          </p:cNvPr>
          <p:cNvGrpSpPr/>
          <p:nvPr/>
        </p:nvGrpSpPr>
        <p:grpSpPr>
          <a:xfrm>
            <a:off x="1217310" y="730678"/>
            <a:ext cx="7342227" cy="3511628"/>
            <a:chOff x="1217310" y="730678"/>
            <a:chExt cx="7342227" cy="35116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D15526-7069-EFF4-FDE8-050FBE3F2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9261" y="730678"/>
              <a:ext cx="1303851" cy="130385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2F3CE55-FCAA-82BA-A936-0E8943144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7310" y="2758418"/>
              <a:ext cx="1243071" cy="124307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8F23D9E-7758-462A-7C41-1C29AC83A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3516" y="2615693"/>
              <a:ext cx="2444364" cy="162661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CD044F4-78BA-E541-2547-1A4B86848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1015" y="2615693"/>
              <a:ext cx="1528522" cy="152852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BD4CD14-C455-502F-DCF1-D8953EB52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7663" y="879560"/>
              <a:ext cx="2005848" cy="100608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3560C2D-10B4-3BDC-C2C4-73D7273E8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8862" y="879560"/>
              <a:ext cx="1810062" cy="1070953"/>
            </a:xfrm>
            <a:prstGeom prst="rect">
              <a:avLst/>
            </a:prstGeom>
          </p:spPr>
        </p:pic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62E93266-51C8-9701-A7A0-10BC0DBAD51D}"/>
                </a:ext>
              </a:extLst>
            </p:cNvPr>
            <p:cNvSpPr/>
            <p:nvPr/>
          </p:nvSpPr>
          <p:spPr>
            <a:xfrm>
              <a:off x="2460381" y="3280528"/>
              <a:ext cx="1063135" cy="99425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row: Up-Down 31">
              <a:extLst>
                <a:ext uri="{FF2B5EF4-FFF2-40B4-BE49-F238E27FC236}">
                  <a16:creationId xmlns:a16="http://schemas.microsoft.com/office/drawing/2014/main" id="{36395F5F-303E-F0F4-9911-D0DC66C852D9}"/>
                </a:ext>
              </a:extLst>
            </p:cNvPr>
            <p:cNvSpPr/>
            <p:nvPr/>
          </p:nvSpPr>
          <p:spPr>
            <a:xfrm rot="19516640">
              <a:off x="3704734" y="1959113"/>
              <a:ext cx="84841" cy="1142304"/>
            </a:xfrm>
            <a:prstGeom prst="up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81632EFD-280C-CDE8-832B-0F159E98B0C9}"/>
                </a:ext>
              </a:extLst>
            </p:cNvPr>
            <p:cNvSpPr/>
            <p:nvPr/>
          </p:nvSpPr>
          <p:spPr>
            <a:xfrm rot="17440453">
              <a:off x="4281883" y="2449572"/>
              <a:ext cx="918234" cy="75219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BDA5C6DA-6B09-E624-47DB-33A99B66A241}"/>
                </a:ext>
              </a:extLst>
            </p:cNvPr>
            <p:cNvSpPr/>
            <p:nvPr/>
          </p:nvSpPr>
          <p:spPr>
            <a:xfrm>
              <a:off x="5665509" y="1404594"/>
              <a:ext cx="503353" cy="75413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E8753542-EA0C-3770-8379-637F74D41717}"/>
                </a:ext>
              </a:extLst>
            </p:cNvPr>
            <p:cNvSpPr/>
            <p:nvPr/>
          </p:nvSpPr>
          <p:spPr>
            <a:xfrm rot="7766840">
              <a:off x="5583863" y="2416894"/>
              <a:ext cx="1027252" cy="78218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2A4726E5-D473-6E47-0089-F33181B0FD6D}"/>
                </a:ext>
              </a:extLst>
            </p:cNvPr>
            <p:cNvSpPr/>
            <p:nvPr/>
          </p:nvSpPr>
          <p:spPr>
            <a:xfrm>
              <a:off x="5833833" y="3379287"/>
              <a:ext cx="1197182" cy="99424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658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Deepasri Manikandan</dc:creator>
  <cp:lastModifiedBy>Deepasri Manikandan</cp:lastModifiedBy>
  <cp:revision>1</cp:revision>
  <dcterms:created xsi:type="dcterms:W3CDTF">2026-02-19T06:36:45Z</dcterms:created>
  <dcterms:modified xsi:type="dcterms:W3CDTF">2026-02-19T06:37:08Z</dcterms:modified>
</cp:coreProperties>
</file>